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4C8796-9DB4-6E59-79C3-6902E91A6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652"/>
            <a:ext cx="9144000" cy="66269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A3A567-44F1-2410-CFF5-3186E6765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922"/>
            <a:ext cx="9144000" cy="51421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C4094EF-59C9-C0AB-64B7-1E7DC1FB6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148"/>
            <a:ext cx="9144000" cy="64302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C4A952-E310-BCDA-6017-CDBDF5518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0940"/>
            <a:ext cx="9144000" cy="51761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71FC3F3-26B0-AA1C-0C8B-2A4DB719C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B4848D-23A6-D692-6F6F-1EDC029A8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6359"/>
            <a:ext cx="9144000" cy="51052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10B7D0-0B05-8244-E58A-45D4D004A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3957"/>
            <a:ext cx="9144000" cy="51300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B531A5F-6AE0-8BDA-695E-BE4C7F5F9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4515"/>
            <a:ext cx="9144000" cy="51689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7C428D-FB21-426B-B322-E585DDAD1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3696"/>
            <a:ext cx="9144000" cy="51906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8C1B91-1D81-8D91-C831-488226983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1018"/>
            <a:ext cx="9144000" cy="51559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2700CA-8A9D-D2E5-E33B-E1DAC22FE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3263"/>
            <a:ext cx="9144000" cy="51314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C53EA1-337E-0D69-76D9-B93579782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6687"/>
            <a:ext cx="9144000" cy="51046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4011C4-9998-F17D-2EAC-784A98B4C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700"/>
            <a:ext cx="9144000" cy="5138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F4FAF6-5851-D9A7-03E1-7C6E89F4E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7025"/>
            <a:ext cx="9144000" cy="50839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9A171B-A771-2A14-D479-69C5761DF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0750"/>
            <a:ext cx="9144000" cy="51564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25BFE6-1BF6-A522-4CE6-05F1302C2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4900"/>
            <a:ext cx="9144000" cy="5228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8A6969-31F8-07EE-FBEB-5319AA2B7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1531"/>
            <a:ext cx="9144000" cy="521493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213490-0931-A082-2BA3-209DF169D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6407"/>
            <a:ext cx="9144000" cy="51851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Nirmal Vignu</dc:creator>
  <cp:keywords/>
  <dc:description>generated using python-pptx</dc:description>
  <cp:lastModifiedBy>Nirmal Vignu</cp:lastModifiedBy>
  <cp:revision>3</cp:revision>
  <dcterms:created xsi:type="dcterms:W3CDTF">2013-01-27T09:14:16Z</dcterms:created>
  <dcterms:modified xsi:type="dcterms:W3CDTF">2026-02-15T16:03:48Z</dcterms:modified>
  <cp:category/>
</cp:coreProperties>
</file>