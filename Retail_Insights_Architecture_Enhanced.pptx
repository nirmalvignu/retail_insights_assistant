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Retail Insights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B0F0"/>
                </a:solidFill>
              </a:defRPr>
            </a:pPr>
            <a:r>
              <a:t>GenAI-Powered Multi-Agent System for 100GB+ Scale Retail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System Overview - 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" y="2286000"/>
            <a:ext cx="1920240" cy="1371600"/>
          </a:xfrm>
          <a:prstGeom prst="roundRect">
            <a:avLst/>
          </a:prstGeom>
          <a:solidFill>
            <a:srgbClr val="00336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Multi-Agent System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7460" y="2286000"/>
            <a:ext cx="1920240" cy="1371600"/>
          </a:xfrm>
          <a:prstGeom prst="roundRect">
            <a:avLst/>
          </a:prstGeom>
          <a:solidFill>
            <a:srgbClr val="FF7F2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LangGraph Workflow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7 Nodes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6300" y="2286000"/>
            <a:ext cx="1920240" cy="1371600"/>
          </a:xfrm>
          <a:prstGeom prst="roundRect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Gemini + GPT-3.5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2 LLMs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35140" y="2286000"/>
            <a:ext cx="1920240" cy="1371600"/>
          </a:xfrm>
          <a:prstGeom prst="roundRect">
            <a:avLst/>
          </a:prstGeom>
          <a:solidFill>
            <a:srgbClr val="5CB85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Interactive UI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 Tabs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Core Architecture - Visual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05840"/>
            <a:ext cx="5486400" cy="731520"/>
          </a:xfrm>
          <a:prstGeom prst="roundRect">
            <a:avLst/>
          </a:prstGeom>
          <a:solidFill>
            <a:srgbClr val="003366"/>
          </a:solidFill>
          <a:ln w="381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Streamlit UI</a:t>
            </a:r>
          </a:p>
          <a:p>
            <a:r>
              <a:t>(4 Interactive Tabs)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737360"/>
            <a:ext cx="0" cy="54864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468880"/>
            <a:ext cx="3200400" cy="1005840"/>
          </a:xfrm>
          <a:prstGeom prst="roundRect">
            <a:avLst/>
          </a:prstGeom>
          <a:solidFill>
            <a:srgbClr val="00B0F0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rmAutofit/>
          </a:bodyPr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LangGraph Agent</a:t>
            </a:r>
          </a:p>
          <a:p>
            <a:r>
              <a:t>(7-Node Workflow)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468880"/>
            <a:ext cx="3200400" cy="1005840"/>
          </a:xfrm>
          <a:prstGeom prst="roundRect">
            <a:avLst/>
          </a:prstGeom>
          <a:solidFill>
            <a:srgbClr val="00B0F0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rmAutofit/>
          </a:bodyPr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Multi-Agent System</a:t>
            </a:r>
          </a:p>
          <a:p>
            <a:r>
              <a:t>(4 Specialized Agents)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3474720"/>
            <a:ext cx="685800" cy="54864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943600" y="3474720"/>
            <a:ext cx="685800" cy="54864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28800" y="4114800"/>
            <a:ext cx="5486400" cy="822960"/>
          </a:xfrm>
          <a:prstGeom prst="roundRect">
            <a:avLst/>
          </a:prstGeom>
          <a:solidFill>
            <a:srgbClr val="5CB85C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DuckDB + Data Processor</a:t>
            </a:r>
          </a:p>
          <a:p>
            <a:r>
              <a:t>(In-Memory OLAP Analytics)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4937760"/>
            <a:ext cx="0" cy="36576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0" y="5440680"/>
            <a:ext cx="2743200" cy="777240"/>
          </a:xfrm>
          <a:prstGeom prst="roundRect">
            <a:avLst/>
          </a:prstGeom>
          <a:solidFill>
            <a:srgbClr val="F0AD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rm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LLM Layer</a:t>
            </a:r>
          </a:p>
          <a:p>
            <a:r>
              <a:t>(Gemini Pro / GPT-3.5)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5440680"/>
            <a:ext cx="2743200" cy="777240"/>
          </a:xfrm>
          <a:prstGeom prst="roundRect">
            <a:avLst/>
          </a:prstGeom>
          <a:solidFill>
            <a:srgbClr val="F0AD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rm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Conversation Memory</a:t>
            </a:r>
          </a:p>
          <a:p>
            <a:r>
              <a:t>(FAISS + RAG Context)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Multi-Agent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1. QueryResolutionAgent** (enhanced_query_resolution.py)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Input**: Natural language question + conversation context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Processing**: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Parse user intent using LLM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00B0F0"/>
                </a:solidFill>
              </a:defRPr>
            </a:pPr>
            <a:r>
              <a:t>Map business terms to actual columns (e.g., "revenue" → "Amount")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Determine query type (summary/analytical/comparison/timeseries)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Generate structured query specification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Output**: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2. DataExtractionAgent** (multi_agent.py)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Input**: Structured query specification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Processing**: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Build optimized SQL query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Execute against DuckDB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Handle errors and retries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Apply filters and aggregations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Output**: DataFrame + row count + metadata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3. ValidationAgent** (multi_agent.py)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Input**: Extracted data + original query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Processing**: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Validate data quality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...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(See documentation for complete details)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Two Agent Approaches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The system offers **two query processing approaches** optimized for different use cases: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|-----------|-----------------|-------------------------|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LangGraph Workflow (Adaptive):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Multi-Agent Pipeline (Direct):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LangGraph Excels At: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"Compare sales trends between Electronics and Home categories over Q1, and identify correlation with discount rates"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"Show me products with declining sales but increasing returns, grouped by region"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"What's the relationship between order size and shipping cost across different fulfillment centers?"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Multi-Agent Excels At: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00B0F0"/>
                </a:solidFill>
              </a:defRPr>
            </a:pPr>
            <a:r>
              <a:t>"Which category generates the highest total sales?" → Direct GROUP BY + SUM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00B0F0"/>
                </a:solidFill>
              </a:defRPr>
            </a:pPr>
            <a:r>
              <a:t>"What's the average order value?" → Simple AVG calculation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00B0F0"/>
                </a:solidFill>
              </a:defRPr>
            </a:pPr>
            <a:r>
              <a:t>"Show top 10 products by revenue" → Quick ORDER BY + LIMIT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00B0F0"/>
                </a:solidFill>
              </a:defRPr>
            </a:pPr>
            <a:r>
              <a:t>"How many orders in May?" → Fast COUNT with filter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LangGraph Agent Features: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Conditional branching based on query complexity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...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(See documentation for complete details)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LangGraph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![LangGraph Workflow Architecture](../screenshots/langgraph_viz.jpg)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*Visual representation of the 7-node state machine with conditional routing*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📖 Detailed Documentation:** See [LANGGRAPH_VISUALIZATION.md](LANGGRAPH_VISUALIZATION.md) for complete architecture details.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State Schema**: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Node Functions**: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Each node is atomic and stateless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Updates state using immutable patterns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Conditional edges route based on state flags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Tool executor handles database operations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LLM Integration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1. Structured Prompt Templates**: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2. Prompt Optimization Techniques**: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Specificity**: Require actual numbers, ban vague language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Structure**: Numbered sections, bullet points, emojis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Examples**: Few-shot prompts for complex tasks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Constraints**: Explicit DO/DON'T lists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Validation**: Output format enforcement (JSON schemas)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3. LLM Usage by Component**: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|-----------|-----------|-------------|-----|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Benefits**: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Maintains conversation coherence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Resolves ambiguous follow-up questions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Reduces redundant queries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Improves confidence scores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Data Flow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Performance Metrics** (Current Implementation):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Query Resolution: ~1-2 seconds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Data Extraction: ~0.1-0.5 seconds (DuckDB)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LLM Analysis: ~2-4 seconds (API latency)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Visualization: ~0.2 seconds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Total End-to-End**: ~4-7 seconds per query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Query-Response Pipeline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User Query**: *"Which category generates the highest revenue, and what is the breakdown by region?"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Extracted Data** (sample):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|----------|--------|---------|------------|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Total Processing**: ~5.2 seconds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Query Resolution: 1.4s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SQL Execution: 0.3s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LLM Analysis: 3.2s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Formatting: 0.3s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100GB+ Scalability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Current Architecture** (Good for &lt;10GB):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100GB+ Architecture** (Production-Ready):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Key Scaling Principles**: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1. **Separation of Concerns**: Storage ≠ Compute ≠ Indexing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2. **Lazy Loading**: Retrieve only relevant data subsets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3. **Materialized Views**: Pre-compute common aggregations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4. **Distributed Processing**: Parallelize across nodes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5. **Tiered Caching**: Hot/Warm/Cold data strategy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Data Engineering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Challenge**: Processing massive CSV files without OOM errors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Benefits**: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Process 100GB in ~10-15 minutes on 10-node cluster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Automatic parallelization across executors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Fault tolerance with lineage tracking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Output partitioned by time for efficient filtering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Benefits**: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Pandas-like API with distributed computing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Scales to multi-TB datasets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Suitable for Python-heavy workflows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Integrates with existing pandas code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Benefits**: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Handle continuous data streams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Near real-time analytics (seconds latency)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Exactly-once processing guarantees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Storage &amp; Indexing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Why Delta Lake?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ACID transactions on cloud object storage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Time travel (query historical versions)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Schema evolution without breaking changes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Optimized for analytics (Parquet + stats)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Integrates with Spark, Databricks, DuckDB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Benefits**: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Auto-scaling compute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Pay per query (no idle costs)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Sub-second queries on TBs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Built-in ML capabilities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Retrieval &amp; Query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Current Implementation**: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FAISS for conversation memory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Sentence-BERT embeddings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K=2 nearest previous queries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100GB Scale Enhancement**: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Benefits**: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98% reduction** in data scanned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80% cache hit rate** for common queries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3x faster** query responses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60% cost savings** on LLM API calls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Auto-refresh strategy**: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Model Orchestration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Problem**: 1000 concurrent users × 5 second LLM latency = bottleneck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Solution**: Async Processing + Load Balancing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1. Prompt Caching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Savings**: 70% reduction in API calls for repeated queries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2. Model Tiering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Savings**: 60% reduction in API costs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3. Batch Processing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Savings**: 70% reduction in API calls for multi-question chats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|--------|--------|---------|-----|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Monitoring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1. Query Performance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Metrics**: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Query latency (p50, p95, p99)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Node processing time breakdown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SQL execution time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LLM API latency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2. LLM Performance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Metrics**: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API call success/failure rate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Token usage (input/output)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Cost per query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Model selection distribution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3. Data Quality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Metrics**: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Data freshness (last update)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Completeness percentage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Duplicate rate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...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(See documentation for complete details)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Cost &amp; Performance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Current Implementation (&lt;10GB)**: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100GB+ Production Scale**: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Cost Optimization ROI**: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Without optimization: ~$1,200/month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With optimization: ~$412/month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Savings: 66%** ($788/month)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Query Processing Time Breakdown**: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Throughput Comparison**: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DuckDB In-Memory Limits**: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Single machine: ~32GB RAM = ~10-15GB data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Recommendation: Use for aggregates/cache only at scale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BigQuery Scalability**: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Tested up to 100TB datasets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Query cost-per-TB stays constant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Auto-scaling handles concurrency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LLM API Rate Limits**: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Gemini Pro: 60 requests/minute (free tier)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Gemini Pro: 1,000 requests/minute (paid tier)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OpenAI GPT-3.5: 3,500 requests/minute (tier 4)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Solution: Implement backoff + request queue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...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(See documentation for complete details)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6858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Implementation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 lIns="228600" rIns="228600" tIns="137160" bIns="137160">
            <a:normAutofit/>
          </a:bodyPr>
          <a:lstStyle/>
          <a:p/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Core Requirements (Assignment)**: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Multi-agent system (4 agents: Query Resolution, Data Extraction, Validation, Data Analyst)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LangGraph orchestration (7-node workflow with tools)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Summarization mode (business intelligence reports)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Conversational Q&amp;A mode (with memory and RAG)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CSV/Excel/JSON support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Prompt engineering (elite-level prompts across all agents)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Confidence scoring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Streamlit UI (4 tabs)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Data visualization (Plotly charts)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PDF export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Technology Stack**: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LLM: Gemini Pro + GPT-3.5-Turbo (dual support)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Framework: LangChain + LangGraph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Database: DuckDB (OLAP-optimized)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Vector Store: FAISS + sentence-transformers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UI: Streamlit with 4 interactive tabs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Advanced Features**: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Conversation memory with RAG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 b="1">
                <a:solidFill>
                  <a:srgbClr val="5CB85C"/>
                </a:solidFill>
              </a:defRPr>
            </a:pPr>
            <a:r>
              <a:t>✅ Query decomposition for complex questions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...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(See documentation for complete details)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Cost Analysis - Monthly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" y="2286000"/>
            <a:ext cx="1920240" cy="1371600"/>
          </a:xfrm>
          <a:prstGeom prst="roundRect">
            <a:avLst/>
          </a:prstGeom>
          <a:solidFill>
            <a:srgbClr val="00336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$14/mo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7460" y="2286000"/>
            <a:ext cx="1920240" cy="1371600"/>
          </a:xfrm>
          <a:prstGeom prst="roundRect">
            <a:avLst/>
          </a:prstGeom>
          <a:solidFill>
            <a:srgbClr val="FF7F2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$25/mo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Compute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6300" y="2286000"/>
            <a:ext cx="1920240" cy="1371600"/>
          </a:xfrm>
          <a:prstGeom prst="roundRect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$8/mo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LLM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35140" y="2286000"/>
            <a:ext cx="1920240" cy="1371600"/>
          </a:xfrm>
          <a:prstGeom prst="roundRect">
            <a:avLst/>
          </a:prstGeom>
          <a:solidFill>
            <a:srgbClr val="5CB85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$433/mo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Total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Performance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" y="2286000"/>
            <a:ext cx="1920240" cy="1371600"/>
          </a:xfrm>
          <a:prstGeom prst="roundRect">
            <a:avLst/>
          </a:prstGeom>
          <a:solidFill>
            <a:srgbClr val="00336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&lt;3 sec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7460" y="2286000"/>
            <a:ext cx="1920240" cy="1371600"/>
          </a:xfrm>
          <a:prstGeom prst="roundRect">
            <a:avLst/>
          </a:prstGeom>
          <a:solidFill>
            <a:srgbClr val="FF7F2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100 q/s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Throughput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6300" y="2286000"/>
            <a:ext cx="1920240" cy="1371600"/>
          </a:xfrm>
          <a:prstGeom prst="roundRect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80%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Cache Hit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35140" y="2286000"/>
            <a:ext cx="1920240" cy="1371600"/>
          </a:xfrm>
          <a:prstGeom prst="roundRect">
            <a:avLst/>
          </a:prstGeom>
          <a:solidFill>
            <a:srgbClr val="5CB85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 bIns="228600">
            <a:norm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99.9%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Uptime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Implementation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5212080"/>
          </a:xfrm>
          <a:prstGeom prst="roundRect">
            <a:avLst/>
          </a:prstGeom>
          <a:solidFill>
            <a:srgbClr val="5CB85C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>
            <a:norm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✅ COMPLETED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Multi-agent system (4 agents)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LangGraph orchestration (7 nodes)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Dual LLM support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DuckDB analytics engine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RAG conversation memory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4-tab Streamlit UI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Data visualization with Plotly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Confidence scoring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PDF export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097280"/>
            <a:ext cx="3749039" cy="5212080"/>
          </a:xfrm>
          <a:prstGeom prst="roundRect">
            <a:avLst/>
          </a:prstGeom>
          <a:solidFill>
            <a:srgbClr val="00B0F0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>
            <a:norm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🚀 SCALABILITY PATH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200"/>
              </a:spcAft>
              <a:defRPr b="1" sz="1400">
                <a:solidFill>
                  <a:srgbClr val="FFFFFF"/>
                </a:solidFill>
              </a:defRPr>
            </a:pPr>
            <a:r>
              <a:t>Phase 1 (Months 1-2):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  • PySpark data pipeline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  • BigQuery warehouse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  • Redis caching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200"/>
              </a:spcAft>
              <a:defRPr b="1" sz="1400">
                <a:solidFill>
                  <a:srgbClr val="FFFFFF"/>
                </a:solidFill>
              </a:defRPr>
            </a:pPr>
            <a:r>
              <a:t>Phase 2 (Months 3-4):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  • Pinecone vector DB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  • Materialized views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  • Kubernetes scaling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200"/>
              </a:spcAft>
              <a:defRPr b="1" sz="1400">
                <a:solidFill>
                  <a:srgbClr val="FFFFFF"/>
                </a:solidFill>
              </a:defRPr>
            </a:pPr>
            <a:r>
              <a:t>Phase 3 (Months 5-6):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  • Load balancing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  • Production monitoring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  • 100GB+ ready!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